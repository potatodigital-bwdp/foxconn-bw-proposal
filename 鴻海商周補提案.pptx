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9B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FOXCONN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31520"/>
            <a:ext cx="3840480" cy="347472"/>
          </a:xfrm>
          <a:prstGeom prst="rect">
            <a:avLst/>
          </a:prstGeom>
          <a:solidFill>
            <a:srgbClr val="A00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CCCC"/>
                </a:solidFill>
              </a:rPr>
              <a:t>NEW FOXCONN × 商周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引領台灣，走在 AI 巨浪之先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DDD"/>
                </a:solidFill>
              </a:rPr>
              <a:t>全球 AI 基礎建設投資超過 7,000 億美元，這場世紀競賽，台灣，不能是旁觀者。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10972800" cy="1270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EEEE"/>
                </a:solidFill>
              </a:rPr>
              <a:t>鴻海從世界 241 座工廠，走進台灣百工百業經營現場，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EEEE"/>
                </a:solidFill>
              </a:rPr>
              <a:t>用 50 年製造智慧煉成的 AI 方法論，重新定義台灣產業競爭位置。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硬體製造王者，到 AI 時代的格局定義者，這，是鴻海轉型的關鍵一役，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更是台灣產業最重要的一次集體升級！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FORTUNE 19　台灣唯一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C8102E"/>
                </a:solidFill>
              </a:rPr>
              <a:t>Fortune 全球最具影響力商界女性　第 19 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222"/>
                </a:solidFill>
              </a:rPr>
              <a:t>關鍵時刻，需要新人物故事。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她，台灣唯一上榜！美國 FORTUNE 全球最具影響力商界女性。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她，深入鴻海全球版圖最前線，讓 AI 在世界工廠跑起來，為 New Foxconn 寫下可預見的商業未來。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47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43400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鴻海唯一女性輪值 CEO、AI 軟體事業負責人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18888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818888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迎難而上，實踐從製造到平台的轉型策略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這，不只是一本管理書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商周 × 鴻海，攜手創建「大帶小」生態系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1247120" cy="475488"/>
          </a:xfrm>
          <a:prstGeom prst="rect">
            <a:avLst/>
          </a:prstGeom>
          <a:solidFill>
            <a:srgbClr val="FFF5F5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C8102E"/>
                </a:solidFill>
              </a:rPr>
              <a:t>  Foxconn 3.0「平台創值」核心邏輯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514600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將內部實踐知識、心法、系統，轉化為對外可商業化服務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90088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90088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「大帶小」產業生態系——不只是製造龍頭，而是賦能供應鏈集體升級的平台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11247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260604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</a:rPr>
              <a:t>商周協力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343400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</a:rPr>
              <a:t>全台影響力第一財經媒體，擁有 XX 萬製造業讀者、超過 X 千名企業 CEO 社群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18888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18888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</a:rPr>
              <a:t>書籍、報導、影音延伸到經營現場，打造生態系夥伴交流場域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94376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294376"/>
            <a:ext cx="10716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</a:rPr>
              <a:t>將 AI 實戰經驗落地，協助供應鏈夥伴加速轉型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楊秋瑾是什麼角色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平台精神的實踐者，不是個人品牌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4864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</a:rPr>
              <a:t>園區物流事業部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8102E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</a:rPr>
              <a:t>AI 軟體事業群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把「對內有效的」，變成「對外可商業化的」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20240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1920240"/>
            <a:ext cx="5504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輪值 CEO 制度 = F3.0 的組織形態本身——從強人驅動走向系統驅動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95728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95728"/>
            <a:ext cx="5504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透過楊秋瑾，溝通鴻海下一階段計畫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71216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871216"/>
            <a:ext cx="55046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不是打造個人，是讓系統被看見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solidFill>
            <a:srgbClr val="FFF5F5"/>
          </a:solidFill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C8102E"/>
                </a:solidFill>
              </a:rPr>
              <a:t>  鴻海好，台灣好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兩條線並行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4937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FFFFFF"/>
                </a:solidFill>
              </a:rPr>
              <a:t>  品牌線　鴻海江湖地位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第一屆 AI 創新百強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製造業冠軍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69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467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第二屆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76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主要贊助商暨倡議者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36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台灣 AI 轉型的最重要通路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949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102E"/>
                </a:solidFill>
              </a:rPr>
              <a:t>人物線　楊秋瑾論述弧線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194560"/>
            <a:ext cx="347472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1945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論述者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5237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Megatalk 首次大型公開論述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944368"/>
            <a:ext cx="347472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9443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賦能者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27355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廠訪導師，我的經驗給你用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694176"/>
            <a:ext cx="347472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69417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倡議者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02335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頒獎典禮，你也可以做到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443983"/>
            <a:ext cx="347472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443983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示範者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7731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年會，這是我們真正做到的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AI 創新百強：從冠軍到賦能者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第一屆冠軍的下一步，是成為別人的起跑點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402336" cy="4023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</a:rPr>
              <a:t>鴻海 = 第一屆 AI 創新百強製造業冠軍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冠軍身份是倡議的信用來源，不只是榮譽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402336" cy="4023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</a:rPr>
              <a:t>第二屆 = 主要贊助商，把自己的經驗與資源分享給台灣產業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從「我得獎了」走向「你也可以」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402336" cy="40233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</a:rPr>
              <a:t>這是 F3.0 平台創值的產業語言版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377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鴻海成為台灣 AI 轉型最重要的通路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760720"/>
            <a:ext cx="12188952" cy="65836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「鴻海好，台灣好」——這是最具說服力的具體實踐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完整時間軸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八個月，六個接觸點，一條完整弧線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1124712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22860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2606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102E"/>
                </a:solidFill>
              </a:rPr>
              <a:t>2026
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1546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Megatalk
首次大型
公開論述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75688" y="2304288"/>
            <a:ext cx="22860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2606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102E"/>
                </a:solidFill>
              </a:rPr>
              <a:t>2026.08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31546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第二屆AI百強
徵件開始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4176" y="2304288"/>
            <a:ext cx="22860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606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102E"/>
                </a:solidFill>
              </a:rPr>
              <a:t>2026.09—10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31546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鴻海示範園區
獨家廠訪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12664" y="2304288"/>
            <a:ext cx="22860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5464" y="2606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102E"/>
                </a:solidFill>
              </a:rPr>
              <a:t>2026 Q4末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31546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書籍
正式發布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1152" y="2304288"/>
            <a:ext cx="22860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606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102E"/>
                </a:solidFill>
              </a:rPr>
              <a:t>2027.01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1546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頒獎典禮
＋封面故事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304288"/>
            <a:ext cx="22860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606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102E"/>
                </a:solidFill>
              </a:rPr>
              <a:t>2027 Q1—Q2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1546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專欄
連載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68128" y="2304288"/>
            <a:ext cx="228600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2606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102E"/>
                </a:solidFill>
              </a:rPr>
              <a:t>2027.04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1546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</a:rPr>
              <a:t>年會
Keynote
＋ Panel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11247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3657600" cy="2103120"/>
          </a:xfrm>
          <a:prstGeom prst="rect">
            <a:avLst/>
          </a:prstGeom>
          <a:solidFill>
            <a:srgbClr val="F9F9F9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4622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</a:rPr>
              <a:t>2026　論述期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8920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Megatalk → 廠訪導師
建立楊秋瑾的公開論述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343400"/>
            <a:ext cx="3657600" cy="2103120"/>
          </a:xfrm>
          <a:prstGeom prst="rect">
            <a:avLst/>
          </a:prstGeom>
          <a:solidFill>
            <a:srgbClr val="F9F9F9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4622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</a:rPr>
              <a:t>2027 Q1　倡議期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8920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頒獎 → 封面故事 → 專欄
書＋媒體工具接力強化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343400"/>
            <a:ext cx="3657600" cy="2103120"/>
          </a:xfrm>
          <a:prstGeom prst="rect">
            <a:avLst/>
          </a:prstGeom>
          <a:solidFill>
            <a:srgbClr val="F9F9F9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4622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</a:rPr>
              <a:t>2027 Q2　示範期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8920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年會 Keynote ＋ Panel
交出成績單，完成弧線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獨家廠訪：大帶小的第一個真實場景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不是參觀，是生態系的第一次召集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212080" cy="411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活動資訊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CC"/>
                </a:solidFill>
              </a:rPr>
              <a:t>📅 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2026 年 9—10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CC"/>
                </a:solidFill>
              </a:rPr>
              <a:t>📍 地點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021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鴻海示範園區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136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CC"/>
                </a:solidFill>
              </a:rPr>
              <a:t>👤 帶隊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15383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商周執行長郭奕伶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268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CC"/>
                </a:solidFill>
              </a:rPr>
              <a:t>🎯 對象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286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有意報名第二屆 AI 百強的企業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011680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011680"/>
            <a:ext cx="5413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楊秋瑾主講：第一屆成功範例 ＋ AI 軟體事業部實踐心得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487168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487168"/>
            <a:ext cx="5413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園區本身就是展示——楊秋瑾的成績單就是場域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962656"/>
            <a:ext cx="201168" cy="256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962656"/>
            <a:ext cx="5413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</a:rPr>
              <a:t>擴散：郭奕伶粉專企業參訪紀錄 ＋ AI 百強社群內容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297680"/>
            <a:ext cx="5669280" cy="530352"/>
          </a:xfrm>
          <a:prstGeom prst="rect">
            <a:avLst/>
          </a:prstGeom>
          <a:solidFill>
            <a:srgbClr val="FFF5F5"/>
          </a:solidFill>
          <a:ln w="381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8102E"/>
                </a:solidFill>
              </a:rPr>
              <a:t>  楊秋瑾定位：AI 創新百強導師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書籍 ＋ 封面故事 ＋ 專欄：內容工具接力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每一波內容，都在強化同一個論述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5603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</a:rPr>
              <a:t>2026 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書籍發布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心法系統化成文字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920240"/>
            <a:ext cx="25603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</a:rPr>
              <a:t>2027.01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頒獎倡議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冠軍→賦能者角色轉換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25603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</a:rPr>
              <a:t>2027 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封面故事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商周深度詮釋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920240"/>
            <a:ext cx="25603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</a:rPr>
              <a:t>2027 Q1—Q2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</a:rPr>
              <a:t>專欄連載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持續論述熱度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57600"/>
            <a:ext cx="11247120" cy="2194560"/>
          </a:xfrm>
          <a:prstGeom prst="rect">
            <a:avLst/>
          </a:prstGeom>
          <a:solidFill>
            <a:srgbClr val="F9F9F9"/>
          </a:solidFill>
          <a:ln w="508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</a:rPr>
              <a:t>封面故事主軸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</a:rPr>
              <a:t>「既是製造業冠軍，又是最重視軟體的製造商」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663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楊秋瑾在鴻海 F3.0 轉型中扮演的關鍵角色——從代工帝國走向制度化平台公司的施工總監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943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年會 Keynote ＋ Panel：從倡議走向示範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2027 年 4 月 21—22 日，鴻海在台灣產業面前交出成績單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438912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</a:rPr>
              <a:t>小 Keynote——我們做了什麼，我們學到什麼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AI 軟體事業群：模組化、平台化的實際成果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438912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</a:rPr>
              <a:t>Panel 討論——具體解決方案，讓想進生態系的企業看到入口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502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從「倡議」走向「示範」，最具說服力的收尾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029200"/>
            <a:ext cx="112471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</a:rPr>
              <a:t>角色弧線完成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77840"/>
            <a:ext cx="22860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</a:rPr>
              <a:t>論述者
Megatalk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806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5577840"/>
            <a:ext cx="22860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5623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</a:rPr>
              <a:t>賦能者
廠訪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5806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577840"/>
            <a:ext cx="22860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623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</a:rPr>
              <a:t>倡議者
頒獎典禮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806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5577840"/>
            <a:ext cx="2286000" cy="868680"/>
          </a:xfrm>
          <a:prstGeom prst="rect">
            <a:avLst/>
          </a:prstGeom>
          <a:solidFill>
            <a:srgbClr val="C8102E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562356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示範者
年會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</a:rPr>
              <a:t>FOXCONN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商周的角色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DDD"/>
                </a:solidFill>
              </a:rPr>
              <a:t>不是出版商，不是媒體——是生態系的召集人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10515600" cy="1270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219456" cy="256032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把想進鴻海生態系的企業，帶到楊秋瑾的門口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21608"/>
            <a:ext cx="219456" cy="256032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216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信譽、知識、連結、通路、決策——五大賦能同步啟動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79976"/>
            <a:ext cx="219456" cy="256032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799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商周是鴻海「大帶小」對外溝通、對外召集最有力的夥伴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86400"/>
            <a:ext cx="10515600" cy="1270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56692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「鴻海好，台灣好」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BBBBBB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